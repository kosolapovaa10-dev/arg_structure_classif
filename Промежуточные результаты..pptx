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Economica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conomica-regular.fntdata"/><Relationship Id="rId14" Type="http://schemas.openxmlformats.org/officeDocument/2006/relationships/slide" Target="slides/slide9.xml"/><Relationship Id="rId17" Type="http://schemas.openxmlformats.org/officeDocument/2006/relationships/font" Target="fonts/Economica-italic.fntdata"/><Relationship Id="rId16" Type="http://schemas.openxmlformats.org/officeDocument/2006/relationships/font" Target="fonts/Economic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Economic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c02d2ac7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c02d2ac7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c02d2ac7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c02d2ac7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c02d2ac7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c02d2ac7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c02d2ac7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c02d2ac7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c02d2ac7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c02d2ac7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c02d2ac7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c02d2ac7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c02d2ac7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c02d2ac7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c02d2ac7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c02d2ac7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760626" y="726475"/>
            <a:ext cx="3644100" cy="36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80"/>
              <a:t>Классификация отношений между элементами аргументативной структуры.</a:t>
            </a:r>
            <a:endParaRPr sz="28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80"/>
              <a:t>Промежуточные результаты.</a:t>
            </a:r>
            <a:endParaRPr sz="288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6404725" y="3835900"/>
            <a:ext cx="2760600" cy="12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Жаренова Е., Косолапова А., Чуян Е.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Текущее состояние проекта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выбрано направление исследования и тематика текстов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(пере)выбран датасет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датасет загружен и обработан с решением возникших по пути проблем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прописан бейслайн модели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проверена работоспособность базовой модели на тестовых данных 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Датасет 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Медицинская тематика + разметка аргументационной структуры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Изначальный выбор – датасет </a:t>
            </a:r>
            <a:r>
              <a:rPr i="1" lang="ru" sz="2000"/>
              <a:t>pie/abstrct</a:t>
            </a:r>
            <a:endParaRPr i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ru" sz="2000"/>
              <a:t>данные только на английском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ru" sz="2000"/>
              <a:t>(очень) сильный дисбаланс классов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ru" sz="2000"/>
              <a:t>700 текстов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Итоговый выбор – датасет </a:t>
            </a:r>
            <a:r>
              <a:rPr i="1" lang="ru" sz="2000"/>
              <a:t>HiTZ/casimedicos-arg</a:t>
            </a:r>
            <a:endParaRPr i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ru" sz="2000"/>
              <a:t>данные на 4 языках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ru" sz="2000"/>
              <a:t>дисбаланс классов все еще есть, но значительно меньше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ru" sz="2000"/>
              <a:t>по 622 текста на каждом языке 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Обработка данных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3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Преобразование BIO-разметки в список сущностей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Добавление колонки отношений между элементами аргументационной структуры во все языки (изначально была только в английских данных) с помощью семантических эмбеддингов. Модель  </a:t>
            </a:r>
            <a:r>
              <a:rPr i="1" lang="ru" sz="2000"/>
              <a:t>multilingual-e5.</a:t>
            </a:r>
            <a:endParaRPr i="1"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Преобразование датасета в “плоскую” структуру для дообучения модели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Используем модель </a:t>
            </a:r>
            <a:r>
              <a:rPr i="1" lang="ru" sz="2000"/>
              <a:t>FacebookAI/xlm-roberta-base</a:t>
            </a:r>
            <a:endParaRPr i="1"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Дообучили модель на тренировочном датасете (9536 строк)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Проверили, как работает бейслайн на тестовых данных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1938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Работа базовой модели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6862" y="1147225"/>
            <a:ext cx="5910275" cy="386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Дальнейшие задачи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Работа с небольшим дисбалансом классов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ru" sz="2000"/>
              <a:t> Добавить взвешенную функцию потерь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ru" sz="2000"/>
              <a:t>Но возможно, не придется применять веса после доработки модели, так как дисбаланс 1:2</a:t>
            </a:r>
            <a:endParaRPr sz="2000"/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Дальнейшие задачи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Улучшение качества работы модели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ru" sz="2000"/>
              <a:t>Регулировать Learning rate для разных слоев модели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ru" sz="2000"/>
              <a:t>Увеличить количество эпох обучения (для теста было 4)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ru" sz="2000"/>
              <a:t>Добавить Domain Adaptive Pre-training </a:t>
            </a:r>
            <a:endParaRPr sz="2000"/>
          </a:p>
          <a:p>
            <a:pPr indent="-3556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ru" sz="2000"/>
              <a:t>дообучение модели на неразмеченных медицинских текстах с маскированными токенами для обучения терминологии и связям в теме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Текущие проблемы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Найти подходящие тексты для дообучения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Сбалансировать решения для улучшения </a:t>
            </a:r>
            <a:r>
              <a:rPr lang="ru" sz="2000"/>
              <a:t>качества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